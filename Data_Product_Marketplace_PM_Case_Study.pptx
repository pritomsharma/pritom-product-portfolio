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Governed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Product Marketplace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enterprise data products from registration to governed, self-service consumption — discovery, subscription, contracts, and lifecycle management in one marketplace.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370832"/>
            <a:ext cx="2926080" cy="0"/>
          </a:xfrm>
          <a:prstGeom prst="line">
            <a:avLst/>
          </a:prstGeom>
          <a:noFill/>
          <a:ln w="12700">
            <a:solidFill>
              <a:srgbClr val="4450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4988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Pritom  ·  Product Manager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OvalEdge — Data Governance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1005840"/>
            <a:ext cx="960120" cy="960120"/>
          </a:xfrm>
          <a:prstGeom prst="ellipse">
            <a:avLst/>
          </a:prstGeom>
          <a:solidFill>
            <a:srgbClr val="2A3678"/>
          </a:solidFill>
          <a:ln w="12700">
            <a:solidFill>
              <a:srgbClr val="44508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8672" y="1265072"/>
            <a:ext cx="441655" cy="44165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18120" y="1828800"/>
            <a:ext cx="731520" cy="731520"/>
          </a:xfrm>
          <a:prstGeom prst="ellipse">
            <a:avLst/>
          </a:prstGeom>
          <a:solidFill>
            <a:srgbClr val="2A3678"/>
          </a:solidFill>
          <a:ln w="12700">
            <a:solidFill>
              <a:srgbClr val="44508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630" y="2026310"/>
            <a:ext cx="336499" cy="33649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20840" y="2148840"/>
            <a:ext cx="594360" cy="594360"/>
          </a:xfrm>
          <a:prstGeom prst="ellipse">
            <a:avLst/>
          </a:prstGeom>
          <a:solidFill>
            <a:srgbClr val="2A3678"/>
          </a:solidFill>
          <a:ln w="12700">
            <a:solidFill>
              <a:srgbClr val="44508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317" y="2309317"/>
            <a:ext cx="273406" cy="2734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was governed — but not consumable.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846320" cy="932688"/>
          </a:xfrm>
          <a:prstGeom prst="roundRect">
            <a:avLst>
              <a:gd name="adj" fmla="val 5882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916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discovery layer</a:t>
            </a:r>
            <a:endParaRPr lang="en-US" sz="13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datasets existed in the catalog, but analysts and business users had no marketplace to browse, evaluate, and request them.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79192"/>
            <a:ext cx="4846320" cy="932688"/>
          </a:xfrm>
          <a:prstGeom prst="roundRect">
            <a:avLst>
              <a:gd name="adj" fmla="val 5882"/>
            </a:avLst>
          </a:prstGeom>
          <a:solidFill>
            <a:srgbClr val="F3F6F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7706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was manual</a:t>
            </a:r>
            <a:endParaRPr lang="en-US" sz="13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request meant tickets, emails, and waiting — no self-service subscription or approval workflow.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758184"/>
            <a:ext cx="4846320" cy="932688"/>
          </a:xfrm>
          <a:prstGeom prst="roundRect">
            <a:avLst>
              <a:gd name="adj" fmla="val 5882"/>
            </a:avLst>
          </a:prstGeom>
          <a:solidFill>
            <a:srgbClr val="F3F6F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84962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 or lifecycle control</a:t>
            </a:r>
            <a:endParaRPr lang="en-US" sz="13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had no way to publish terms of use, version contracts, or safely edit live products without breaking consumer access.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715000" y="1600200"/>
            <a:ext cx="2926080" cy="3090672"/>
          </a:xfrm>
          <a:prstGeom prst="roundRect">
            <a:avLst>
              <a:gd name="adj" fmla="val 21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2148840"/>
            <a:ext cx="2423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— owned the module end to end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requirements and authored the formal SBD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lifecycle state model &amp; marketplace UX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Feature Specification Matrix (100+ specs)</a:t>
            </a:r>
            <a:endParaRPr lang="en-US" sz="11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design decisions with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Designed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marketplace where governed data products are discovered, evaluated, and subscribed to.</a:t>
            </a:r>
            <a:endParaRPr lang="en-US" sz="1400" dirty="0"/>
          </a:p>
        </p:txBody>
      </p:sp>
      <p:pic>
        <p:nvPicPr>
          <p:cNvPr id="4" name="Image 0" descr="/home/claude/Marketpl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580988" cy="315468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434840" y="1627632"/>
            <a:ext cx="384048" cy="384048"/>
          </a:xfrm>
          <a:prstGeom prst="ellipse">
            <a:avLst/>
          </a:prstGeom>
          <a:solidFill>
            <a:srgbClr val="E4EBF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19072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83480" y="159105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Explore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carousels, featured products, faceted filters, and curation-score ranking.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434840" y="2432304"/>
            <a:ext cx="384048" cy="384048"/>
          </a:xfrm>
          <a:prstGeom prst="ellipse">
            <a:avLst/>
          </a:prstGeom>
          <a:solidFill>
            <a:srgbClr val="E4EBFA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523744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83480" y="2395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Trust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data contracts, ratings, popularity, and governance roles on every card.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434840" y="3236976"/>
            <a:ext cx="384048" cy="384048"/>
          </a:xfrm>
          <a:prstGeom prst="ellipse">
            <a:avLst/>
          </a:prstGeom>
          <a:solidFill>
            <a:srgbClr val="E4EBFA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32841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83480" y="32004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Engine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Available and approval-based flows with expiry, suspension, and revocation.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434840" y="4041648"/>
            <a:ext cx="384048" cy="384048"/>
          </a:xfrm>
          <a:prstGeom prst="ellipse">
            <a:avLst/>
          </a:prstGeom>
          <a:solidFill>
            <a:srgbClr val="E4EBFA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13308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83480" y="40050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Publish, republish, unpublish, and expiry events keep consumers informed.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 &amp; Trade-offs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PM judgment shaped the system.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STATE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C9D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105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8105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84248" y="181051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8105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55848" y="18105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39896" y="181051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C9D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8105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91456" y="18105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75504" y="1810512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C9D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+ Draft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04304" y="18105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88352" y="1810512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F3F6FC"/>
          </a:solidFill>
          <a:ln w="12700">
            <a:solidFill>
              <a:srgbClr val="C9D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8352" y="18105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542032"/>
            <a:ext cx="2615184" cy="2148840"/>
          </a:xfrm>
          <a:prstGeom prst="roundRect">
            <a:avLst>
              <a:gd name="adj" fmla="val 2979"/>
            </a:avLst>
          </a:prstGeom>
          <a:solidFill>
            <a:srgbClr val="F3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697480"/>
            <a:ext cx="2249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Clone-and-Merge for live editing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5 approaches for editing published products. Chose cloning on Draft entry and merging metadata back on publish — consumers keep stable access while edits happen safely.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50" i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merge complexity vs. zero consumer disruption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55848" y="2542032"/>
            <a:ext cx="2615184" cy="2148840"/>
          </a:xfrm>
          <a:prstGeom prst="roundRect">
            <a:avLst>
              <a:gd name="adj" fmla="val 2979"/>
            </a:avLst>
          </a:prstGeom>
          <a:solidFill>
            <a:srgbClr val="F3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3538728" y="2697480"/>
            <a:ext cx="2249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out Archived status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Archived state to ship a leaner model. Retired covers end-of-life; documented the cut explicitly so it can be revisited with real demand.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50" i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completeness vs. focus and delivery speed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63056" y="2542032"/>
            <a:ext cx="2615184" cy="2148840"/>
          </a:xfrm>
          <a:prstGeom prst="roundRect">
            <a:avLst>
              <a:gd name="adj" fmla="val 2979"/>
            </a:avLst>
          </a:prstGeom>
          <a:solidFill>
            <a:srgbClr val="F3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6345936" y="2697480"/>
            <a:ext cx="2249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change ≠ metadata change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4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Metadata-only republish restores access silently; contract changes force re-acceptance and suspend access until consumers agree — compliance built into the workflow.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50" i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friction vs. contractual integrity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&amp; Deliverables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ambiguous discussions to an aligned, build-ready specification.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3957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SBD aligning product &amp; engineering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97480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697480" y="23957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specs in the FSM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54880" y="23957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states modeled &amp; documented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812280" y="23957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events specified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7863840" cy="0"/>
          </a:xfrm>
          <a:prstGeom prst="line">
            <a:avLst/>
          </a:prstGeom>
          <a:noFill/>
          <a:ln w="12700">
            <a:solidFill>
              <a:srgbClr val="4450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01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67328"/>
            <a:ext cx="365760" cy="365760"/>
          </a:xfrm>
          <a:prstGeom prst="ellipse">
            <a:avLst/>
          </a:prstGeom>
          <a:solidFill>
            <a:srgbClr val="2A3678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58768"/>
            <a:ext cx="182880" cy="182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15568" y="373075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5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machines, edge cases, and access logic modeled end to end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337560" y="3767328"/>
            <a:ext cx="365760" cy="365760"/>
          </a:xfrm>
          <a:prstGeom prst="ellipse">
            <a:avLst/>
          </a:prstGeom>
          <a:solidFill>
            <a:srgbClr val="2A3678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858768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13048" y="373075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PM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5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composable docs that engineering builds from directly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35040" y="3767328"/>
            <a:ext cx="365760" cy="365760"/>
          </a:xfrm>
          <a:prstGeom prst="ellipse">
            <a:avLst/>
          </a:prstGeom>
          <a:solidFill>
            <a:srgbClr val="2A367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858768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10528" y="373075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design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5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producer governance with consumer self-service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Product Marketplace — PM Case Study</dc:title>
  <dc:subject>PptxGenJS Presentation</dc:subject>
  <dc:creator>Pritom</dc:creator>
  <cp:lastModifiedBy>Pritom</cp:lastModifiedBy>
  <cp:revision>1</cp:revision>
  <dcterms:created xsi:type="dcterms:W3CDTF">2026-06-10T19:12:33Z</dcterms:created>
  <dcterms:modified xsi:type="dcterms:W3CDTF">2026-06-10T19:12:33Z</dcterms:modified>
</cp:coreProperties>
</file>